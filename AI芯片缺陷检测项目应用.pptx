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891B2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AI芯片缺陷检测项目应用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Chip Defect Detection Project Application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基于YOLO的芯片质量检测与统计 | Chip Quality Detection &amp; Statistics based on YOLO</a:t>
            </a:r>
            <a:endParaRPr lang="en-US" sz="14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课程内容 | Course Content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项目回顾 | Project Review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数据采集、清洗、标注、模型训练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模型效果分析 | Model Performance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1945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训练效果不佳的原因分析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项目应用简介 | Application Overview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7432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芯片检测功能实现效果预览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项目应用实现 | Project Implementation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2918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PyCharm + 检测代码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88720" y="301752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3017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4.1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18488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Python基础 | Python Basics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18488" y="32918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Python语言简介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88720" y="347472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3474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4.2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18488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开发工具 | Development Tools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18488" y="3749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PyCharm IDE介绍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88720" y="393192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4.3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18488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单张图片检测 | Single Image Detection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618488" y="4206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detect_test_1.py代码解析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188720" y="438912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1188720" y="4389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4.4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618488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批量图片检测 | Batch Image Detection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618488" y="46634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detect_test_2.py代码解析</a:t>
            </a:r>
            <a:endParaRPr lang="en-US" sz="9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项目回顾 | Project Review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463040" cy="2011680"/>
          </a:xfrm>
          <a:prstGeom prst="roundRect">
            <a:avLst>
              <a:gd name="adj" fmla="val 9375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��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数据采集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283464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94560" y="1828800"/>
            <a:ext cx="1463040" cy="2011680"/>
          </a:xfrm>
          <a:prstGeom prst="roundRect">
            <a:avLst>
              <a:gd name="adj" fmla="val 9375"/>
            </a:avLst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��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94560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数据清洗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0" y="283464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31920" y="1828800"/>
            <a:ext cx="1463040" cy="2011680"/>
          </a:xfrm>
          <a:prstGeom prst="roundRect">
            <a:avLst>
              <a:gd name="adj" fmla="val 9375"/>
            </a:avLst>
          </a:prstGeom>
          <a:solidFill>
            <a:srgbClr val="EC4899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��️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931920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数据标注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Annotation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0" y="283464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69280" y="1828800"/>
            <a:ext cx="1463040" cy="2011680"/>
          </a:xfrm>
          <a:prstGeom prst="roundRect">
            <a:avLst>
              <a:gd name="adj" fmla="val 9375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��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669280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模型训练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0" y="283464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06640" y="1828800"/>
            <a:ext cx="1463040" cy="2011680"/>
          </a:xfrm>
          <a:prstGeom prst="roundRect">
            <a:avLst>
              <a:gd name="adj" fmla="val 9375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��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406640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模型测试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0664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Testing</a:t>
            </a:r>
            <a:endParaRPr lang="en-US" sz="10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模型效果分析 | Model Performance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��️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图片数据量小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训练样本不足，模型泛化能力差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training samples, poor model generalization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371600"/>
            <a:ext cx="26517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7373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⏳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6616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训练次数少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Training Epochs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epochs设置较小，模型未充分学习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epoch count, insufficient model learning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13716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371600"/>
            <a:ext cx="2651760" cy="137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7373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��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49224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CPU训练耗时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Training Slow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未使用GPU加速，训练效率低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acceleration, low training efficiency</a:t>
            </a:r>
            <a:endParaRPr lang="en-US" sz="10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项目应用简介 | Application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我们要实现什么？| What are we going to build?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27432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功能一：单张图片检测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1: Single Image Detection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加载训练好的YOLO模型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9077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trained YOLO model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309067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对芯片图片进行目标检测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25526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object detection on chip image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343814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用蓝色框标记好芯片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6027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good chips with blue boxes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378561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用红色框标记坏芯片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5020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bad chips with red boxes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413308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统计并显示好/坏芯片数量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2976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and display good/bad chips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3931920" cy="27432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功能二：批量图片检测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2377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2: Batch Image Detection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7432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自动遍历整个图片文件夹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29077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Auto-iterate entire image folder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37760" y="309067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逐张检测并绘制检测框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325526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draw boxes for each image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0" y="343814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统计每张图片的好/坏芯片数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36027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good/bad chips per image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37760" y="378561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汇总所有图片的统计数据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395020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statistics across all images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37760" y="413308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保存检测结果图片到输出文件夹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42976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result images to output folder</a:t>
            </a:r>
            <a:endParaRPr lang="en-US" sz="8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项目应用实现 → 4.1 Python基础 | Python Basics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��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简洁 · 强大 · 易学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118872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简洁易读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1600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Readable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语法接近自然语言，学习曲线平缓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05740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丰富的库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2468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Libraries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OpenCV, PyTorch等AI库支持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292608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跨平台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3337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Linux, MacOS均可运行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379476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广泛应用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0" y="4206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Application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AI、Web、数据分析、自动化等领域</a:t>
            </a:r>
            <a:endParaRPr lang="en-US" sz="11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项目应用实现 → 4.2 开发工具 | Development Tools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3474720"/>
          </a:xfrm>
          <a:prstGeom prst="roundRect">
            <a:avLst>
              <a:gd name="adj" fmla="val 3947"/>
            </a:avLst>
          </a:prstGeom>
          <a:solidFill>
            <a:srgbClr val="F0F9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��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PyCharm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IDE (集成开发环境)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IDE (Integrated Development Environment)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�� https://www.jetbrains.com/pycharm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��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智能代码补全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508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Code Completion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874520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��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调试工具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2194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Tools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2560320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��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语法高亮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0" y="2880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Highlighting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3246120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��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包管理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3566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3931920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��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8640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代码跳转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4251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Navigation</a:t>
            </a:r>
            <a:endParaRPr lang="en-US" sz="9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项目应用实现 → 4.3 单张图片检测 | Single Image Detection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�� detect_test_1.py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单张芯片图片检测与统计 | Single chip image detection and counting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14884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导入库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Libraries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YOLO, OpenCV, 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20116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214884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加载模型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Model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chip.pt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0116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214884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读取图片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Image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4652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cv2.imread()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52044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执行检测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Detection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model()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83280" y="33832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0440" y="352044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93192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绘制结果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93192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Results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2044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cv2.rectangle()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33832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46520" y="352044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统计显示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5800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Statistics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4652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Good/Bad count</a:t>
            </a:r>
            <a:endParaRPr lang="en-US" sz="1100" dirty="0"/>
          </a:p>
        </p:txBody>
      </p:sp>
      <p:sp>
        <p:nvSpPr>
          <p:cNvPr id="4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detect_test_1.py - 核心代码解析 | Core Code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3931920"/>
          </a:xfrm>
          <a:prstGeom prst="roundRect">
            <a:avLst>
              <a:gd name="adj" fmla="val 2326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导入必要的库 | Import required libraries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ultralytics import YOLO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加载训练好的模型 | Load trained model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YOLO("chip.pt")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执行检测 | Run detection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model("chip1.png")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6974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8803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遍历检测结果 | Traverse detection results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result in results: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2461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box in result.boxes: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5840" y="34290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x1, y1, x2, y2 = map(int, box.xyxy[0])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3611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label = model.names[int(box.cls[0])]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37947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39776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统计数量 | Count chips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41605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label == "good":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80160" y="43434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good_count +=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80160" y="45262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color = (255, 0, 0)  # 蓝色 | Blue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" y="47091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016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bad_count +=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80160" y="5074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color = (0, 0, 255)  # 红色 | Red</a:t>
            </a:r>
            <a:endParaRPr lang="en-US" sz="9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detect_test_1.py - 结果显示 | Result Display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绘制检测框 | Draw bounding box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cv2.rectangle(img, (x1, y1), (x2, y2), color, 2)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绘制标签 | Draw label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cv2.putText(img, label, (x1, y1-10), ...)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显示统计数量 | Display count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cv2.putText(img, f"Good: {good_count}", (10, 40), ...)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cv2.putText(img, f"Bad: {bad_count}", (10, 80), ...)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保存结果 | Save result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cv2.imwrite("out1/result.png", img)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7947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显示图片 | Show image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2519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cv2.imshow("Chip Detection", img)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cv2.waitKey(0)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914400"/>
            <a:ext cx="4297680" cy="18288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�� 好芯片 (Good Chips)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1463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蓝色检测框 (Blue bounding box)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737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标签显示 "good"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926080"/>
            <a:ext cx="4297680" cy="1920240"/>
          </a:xfrm>
          <a:prstGeom prst="roundRect">
            <a:avLst>
              <a:gd name="adj" fmla="val 4762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�� 坏芯片 (Bad Chips)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3474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红色检测框 (Red bounding box)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749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标签显示 "bad"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4023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左上角统计总数量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297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(Statistics shown at top-left)</a:t>
            </a:r>
            <a:endParaRPr lang="en-US" sz="900" dirty="0"/>
          </a:p>
        </p:txBody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项目应用实现 → 4.4 批量图片检测 | Batch Image Detection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�� detect_test_2.py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多张芯片图片批量检测与统计 | Batch chip images detection and statistics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特性 |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detect_test_1.py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detect_test_2.py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处理范围 | 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单张图片 | Single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批量图片 | Batch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输入 | 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单个文件路径 | Single file 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整个文件夹 | Entire folder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统计范围 | Statistics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单张图结果 | Single image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所有图片汇总 | All images summary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循环处理 |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 | 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os.listdir() 遍历 | Iterate folder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4805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�� 核心差异：使用 os.listdir() 遍历整个文件夹，对每张图片执行检测并统计总数据</a:t>
            </a:r>
            <a:endParaRPr lang="en-US" sz="110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detect_test_2.py - 批量处理逻辑 | Batch Processing Logic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3931920"/>
          </a:xfrm>
          <a:prstGeom prst="roundRect">
            <a:avLst>
              <a:gd name="adj" fmla="val 2326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遍历文件夹中的所有图片 | Iterate all images in folder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2529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filename in os.listdir(input_folder):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3990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img_path = os.path.join(input_folder, filename)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5727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total_imgs += 1  # 图片计数 | Count images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74650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读取并检测 | Read and detect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09397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 = cv2.imread(img_path)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26771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model(img)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4414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615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单张图统计 | Single image stats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788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current_good = 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96265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current_bad = 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13639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31012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累加到总计 | Accumulate to total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48386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total_good += current_good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657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total_bad += current_bad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83133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0050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最终统计输出 | Final statistics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1788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print(f"Total images: {total_imgs}")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35254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print(f"Total good: {total_good}")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print(f"Total bad: {total_bad}")</a:t>
            </a:r>
            <a:endParaRPr lang="en-US" sz="9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891B2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D9488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 | Summary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了解了YOLO芯片检测项目的完整流程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the complete YOLO chip detection workflow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理解了模型训练效果不佳的原因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reasons for poor model training results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掌握了Python基础和PyCharm工具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Python basics and PyCharm tools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学会了单张图片检测与批量检测的代码实现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0690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single &amp; batch image detection implementation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感谢您的参与！| Thank you for your participation!</a:t>
            </a:r>
            <a:endParaRPr lang="en-US" sz="14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AI芯片缺陷检测项目应用 | AI Chip Defect Detection Project Application</dc:title>
  <dc:subject>PptxGenJS Presentation</dc:subject>
  <dc:creator>AI Chip Detection Course</dc:creator>
  <cp:lastModifiedBy>AI Chip Detection Course</cp:lastModifiedBy>
  <cp:revision>1</cp:revision>
  <dcterms:created xsi:type="dcterms:W3CDTF">2026-05-23T04:36:06Z</dcterms:created>
  <dcterms:modified xsi:type="dcterms:W3CDTF">2026-05-23T04:36:06Z</dcterms:modified>
</cp:coreProperties>
</file>